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1" r:id="rId22"/>
    <p:sldId id="272" r:id="rId23"/>
    <p:sldId id="273" r:id="rId24"/>
    <p:sldId id="274" r:id="rId25"/>
    <p:sldId id="275" r:id="rId26"/>
    <p:sldId id="276" r:id="rId27"/>
    <p:sldId id="260" r:id="rId11"/>
    <p:sldId id="289" r:id="rId40"/>
    <p:sldId id="290" r:id="rId41"/>
    <p:sldId id="291" r:id="rId42"/>
    <p:sldId id="292" r:id="rId43"/>
    <p:sldId id="293" r:id="rId44"/>
    <p:sldId id="261" r:id="rId12"/>
    <p:sldId id="262" r:id="rId13"/>
    <p:sldId id="263" r:id="rId14"/>
    <p:sldId id="264" r:id="rId15"/>
    <p:sldId id="265" r:id="rId16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691640" y="502920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91640" y="502920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49840" y="502920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49840" y="502920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77840.0" y="6263640"/>
            <a:ext cx="1005840.0" cy="0"/>
          </a:xfrm>
          <a:prstGeom prst="line">
            <a:avLst/>
          </a:prstGeom>
          <a:ln w="1270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URCH_EN"/>
          <p:cNvSpPr txBox="1"/>
          <p:nvPr/>
        </p:nvSpPr>
        <p:spPr>
          <a:xfrm>
            <a:off x="1691640" y="1024128"/>
            <a:ext cx="8778240" cy="438912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Fullerton Villa…</a:t>
            </a:r>
          </a:p>
        </p:txBody>
      </p:sp>
      <p:sp>
        <p:nvSpPr>
          <p:cNvPr id="17" name="CHURCH_KO"/>
          <p:cNvSpPr txBox="1"/>
          <p:nvPr/>
        </p:nvSpPr>
        <p:spPr>
          <a:xfrm>
            <a:off x="1691640" y="1481328"/>
            <a:ext cx="8778240" cy="82296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54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플러톤 빌라 교회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74920.0" y="2423160"/>
            <a:ext cx="2011680.0" cy="0"/>
          </a:xfrm>
          <a:prstGeom prst="line">
            <a:avLst/>
          </a:prstGeom>
          <a:ln w="1905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91640" y="2606040"/>
            <a:ext cx="8778240" cy="41148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주일 예배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017520"/>
            <a:ext cx="8778240" cy="32004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오전 11:00</a:t>
            </a:r>
          </a:p>
        </p:txBody>
      </p:sp>
      <p:sp>
        <p:nvSpPr>
          <p:cNvPr id="21" name="WORSHIP_LEADER"/>
          <p:cNvSpPr txBox="1"/>
          <p:nvPr/>
        </p:nvSpPr>
        <p:spPr>
          <a:xfrm>
            <a:off x="1691640" y="4069080"/>
            <a:ext cx="8778240" cy="64008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인도자 엄영민 목사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435608" y="187451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435608" y="228599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435608" y="269747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435608" y="310895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435608" y="352043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435608" y="393191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435608" y="434339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435608" y="475487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35608" y="516635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예배 순서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주일 예배</a:t>
            </a:r>
          </a:p>
        </p:txBody>
      </p:sp>
      <p:sp>
        <p:nvSpPr>
          <p:cNvPr id="77" name="ORDER_TEXT"/>
          <p:cNvSpPr txBox="1"/>
          <p:nvPr/>
        </p:nvSpPr>
        <p:spPr>
          <a:xfrm>
            <a:off x="1920240" y="1783080"/>
            <a:ext cx="8321040" cy="457200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1. 찬양과 기도  ·  30장  ·  전능하고 놀라우신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2. 사도신경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3. 교독문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4. 찬송가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5. 예배의 기도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6. 오늘의 말씀  ·  히브리서 4:1-11 (개역개정)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7. 생명의 말씀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8. 감사와 봉헌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9. 축도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amond 64"/>
          <p:cNvSpPr/>
          <p:nvPr/>
        </p:nvSpPr>
        <p:spPr>
          <a:xfrm>
            <a:off x="493318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iamond 65"/>
          <p:cNvSpPr/>
          <p:nvPr/>
        </p:nvSpPr>
        <p:spPr>
          <a:xfrm>
            <a:off x="712774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HYMN_1"/>
          <p:cNvSpPr txBox="1"/>
          <p:nvPr/>
        </p:nvSpPr>
        <p:spPr>
          <a:xfrm>
            <a:off x="1691640" y="2606040"/>
            <a:ext cx="8778240" cy="137160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30장  ·  전능하고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놀라우신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527048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34472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1476756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10584180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30장  ·  전능하고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놀라우신</a:t>
            </a:r>
          </a:p>
        </p:txBody>
      </p:sp>
      <p:sp>
        <p:nvSpPr>
          <p:cNvPr id="72" name="HYMN_1_LYRICS_1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1. 전능하고 놀라우신</a:t>
            </a:r>
          </a:p>
        </p:txBody>
      </p:sp>
      <p:sp>
        <p:nvSpPr>
          <p:cNvPr id="73" name="HYMN_1_LYRICS_1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나의 주님 구세주</a:t>
            </a:r>
          </a:p>
        </p:txBody>
      </p:sp>
      <p:sp>
        <p:nvSpPr>
          <p:cNvPr id="74" name="HYMN_1_LYRICS_1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거룩하신 은혜의 왕</a:t>
            </a:r>
          </a:p>
        </p:txBody>
      </p:sp>
      <p:sp>
        <p:nvSpPr>
          <p:cNvPr id="75" name="HYMN_1_LYRICS_1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주를 경배합니다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51713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66344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5177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49808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사도신경</a:t>
            </a:r>
          </a:p>
        </p:txBody>
      </p:sp>
      <p:sp>
        <p:nvSpPr>
          <p:cNvPr id="72" name="APOSTLES_CREED_1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전능하사 천지를 만드신 하나님</a:t>
            </a:r>
          </a:p>
        </p:txBody>
      </p:sp>
      <p:sp>
        <p:nvSpPr>
          <p:cNvPr id="73" name="APOSTLES_CREED_1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아버지를 내가 믿사오며,</a:t>
            </a:r>
          </a:p>
        </p:txBody>
      </p:sp>
      <p:sp>
        <p:nvSpPr>
          <p:cNvPr id="74" name="APOSTLES_CREED_1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그 외아들 우리 주 예수</a:t>
            </a:r>
          </a:p>
        </p:txBody>
      </p:sp>
      <p:sp>
        <p:nvSpPr>
          <p:cNvPr id="75" name="APOSTLES_CREED_1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그리스도를 믿사오니,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0" y="1627632"/>
            <a:ext cx="256032" cy="10972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876288" y="1627632"/>
            <a:ext cx="256032" cy="109728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527048" y="1828800"/>
            <a:ext cx="0" cy="4114800"/>
          </a:xfrm>
          <a:prstGeom prst="line">
            <a:avLst/>
          </a:prstGeom>
          <a:ln w="2032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634472" y="1828800"/>
            <a:ext cx="0" cy="4114800"/>
          </a:xfrm>
          <a:prstGeom prst="line">
            <a:avLst/>
          </a:prstGeom>
          <a:ln w="2032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3. 교독문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교독문</a:t>
            </a:r>
          </a:p>
        </p:txBody>
      </p:sp>
      <p:sp>
        <p:nvSpPr>
          <p:cNvPr id="72" name="RESPONSIVE_1"/>
          <p:cNvSpPr txBox="1"/>
          <p:nvPr/>
        </p:nvSpPr>
        <p:spPr>
          <a:xfrm>
            <a:off x="1691640" y="1828800"/>
            <a:ext cx="8778240" cy="44805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amond 64"/>
          <p:cNvSpPr/>
          <p:nvPr/>
        </p:nvSpPr>
        <p:spPr>
          <a:xfrm>
            <a:off x="493318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iamond 65"/>
          <p:cNvSpPr/>
          <p:nvPr/>
        </p:nvSpPr>
        <p:spPr>
          <a:xfrm>
            <a:off x="712774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4. 찬송가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HYMN_2"/>
          <p:cNvSpPr txBox="1"/>
          <p:nvPr/>
        </p:nvSpPr>
        <p:spPr>
          <a:xfrm>
            <a:off x="1691640" y="2606040"/>
            <a:ext cx="8778240" cy="137160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527048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34472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1476756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10584180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4. 찬송가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2" name="HYMN_2_LYRICS_1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3" name="HYMN_2_LYRICS_1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4" name="HYMN_2_LYRICS_1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5" name="HYMN_2_LYRICS_1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amond 64"/>
          <p:cNvSpPr/>
          <p:nvPr/>
        </p:nvSpPr>
        <p:spPr>
          <a:xfrm>
            <a:off x="5536692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iamond 65"/>
          <p:cNvSpPr/>
          <p:nvPr/>
        </p:nvSpPr>
        <p:spPr>
          <a:xfrm>
            <a:off x="5783580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iamond 66"/>
          <p:cNvSpPr/>
          <p:nvPr/>
        </p:nvSpPr>
        <p:spPr>
          <a:xfrm>
            <a:off x="6295644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6542532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5. 예배의 기도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91640" y="1828800"/>
            <a:ext cx="8778240" cy="44805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1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1 그러므로 우리는</a:t>
            </a:r>
          </a:p>
        </p:txBody>
      </p:sp>
      <p:sp>
        <p:nvSpPr>
          <p:cNvPr id="73" name="BIBLE_TEXT_1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두려워할지니 그의 안식에</a:t>
            </a:r>
          </a:p>
        </p:txBody>
      </p:sp>
      <p:sp>
        <p:nvSpPr>
          <p:cNvPr id="74" name="BIBLE_TEXT_1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들어갈 약속이 남아 있을지라도</a:t>
            </a:r>
          </a:p>
        </p:txBody>
      </p:sp>
      <p:sp>
        <p:nvSpPr>
          <p:cNvPr id="75" name="BIBLE_TEXT_1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너희 중에는 혹 이르지 못할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800600.0" y="1874519"/>
            <a:ext cx="91440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446520.0" y="1874519"/>
            <a:ext cx="91440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4613148" y="1824227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7447788" y="1824227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설교제목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SERMON_TITLE"/>
          <p:cNvSpPr txBox="1"/>
          <p:nvPr/>
        </p:nvSpPr>
        <p:spPr>
          <a:xfrm>
            <a:off x="1691640" y="2240280"/>
            <a:ext cx="8778240" cy="201168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2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2" name="SERMON_SUBTITLE"/>
          <p:cNvSpPr txBox="1"/>
          <p:nvPr/>
        </p:nvSpPr>
        <p:spPr>
          <a:xfrm>
            <a:off x="1691640" y="4572000"/>
            <a:ext cx="8778240" cy="3657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349240.0" y="5074920"/>
            <a:ext cx="146304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PREACHER"/>
          <p:cNvSpPr txBox="1"/>
          <p:nvPr/>
        </p:nvSpPr>
        <p:spPr>
          <a:xfrm>
            <a:off x="1691640" y="5303520"/>
            <a:ext cx="8778240" cy="3657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983480.0" y="1627632"/>
            <a:ext cx="82296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355080.0" y="1627632"/>
            <a:ext cx="82296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4800600" y="1581912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7269480" y="1581912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8. 감사와 봉헌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HYMN_3"/>
          <p:cNvSpPr txBox="1"/>
          <p:nvPr/>
        </p:nvSpPr>
        <p:spPr>
          <a:xfrm>
            <a:off x="1691640" y="2606040"/>
            <a:ext cx="8778240" cy="137160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527048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34472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1476756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10584180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8. 감사와 봉헌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2" name="HYMN_3_LYRICS_1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3" name="HYMN_3_LYRICS_1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4" name="HYMN_3_LYRICS_1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5" name="HYMN_3_LYRICS_1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663440.0" y="1627632"/>
            <a:ext cx="274320.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00600.0" y="1490472"/>
            <a:ext cx="0.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223760.0" y="1627632"/>
            <a:ext cx="274320.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360920.0" y="1490472"/>
            <a:ext cx="0.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257800.0" y="6126480"/>
            <a:ext cx="164592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9. 축도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축도</a:t>
            </a:r>
          </a:p>
        </p:txBody>
      </p:sp>
      <p:sp>
        <p:nvSpPr>
          <p:cNvPr id="73" name="BENEDICTION_BODY"/>
          <p:cNvSpPr txBox="1"/>
          <p:nvPr/>
        </p:nvSpPr>
        <p:spPr>
          <a:xfrm>
            <a:off x="1691640" y="1828800"/>
            <a:ext cx="8778240" cy="44805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축도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91640" y="1572768"/>
            <a:ext cx="8778240" cy="36576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소식 · 광고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소식 · 광고</a:t>
            </a:r>
          </a:p>
        </p:txBody>
      </p:sp>
      <p:sp>
        <p:nvSpPr>
          <p:cNvPr id="69" name="ANNOUNCEMENTS"/>
          <p:cNvSpPr txBox="1"/>
          <p:nvPr/>
        </p:nvSpPr>
        <p:spPr>
          <a:xfrm>
            <a:off x="1691640" y="1828800"/>
            <a:ext cx="8778240" cy="44805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이번 주 소식을 함께 나눕니다.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527048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34472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1476756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10584180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30장  ·  전능하고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놀라우신</a:t>
            </a:r>
          </a:p>
        </p:txBody>
      </p:sp>
      <p:sp>
        <p:nvSpPr>
          <p:cNvPr id="72" name="HYMN_1_LYRICS_2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영광 영광 주의 이름 찬양해</a:t>
            </a:r>
          </a:p>
        </p:txBody>
      </p:sp>
      <p:sp>
        <p:nvSpPr>
          <p:cNvPr id="73" name="HYMN_1_LYRICS_2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영광 영광 귀한 이름 찬양해</a:t>
            </a:r>
          </a:p>
        </p:txBody>
      </p:sp>
      <p:sp>
        <p:nvSpPr>
          <p:cNvPr id="74" name="HYMN_1_LYRICS_2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2. 하늘 위에 계신 주님</a:t>
            </a:r>
          </a:p>
        </p:txBody>
      </p:sp>
      <p:sp>
        <p:nvSpPr>
          <p:cNvPr id="75" name="HYMN_1_LYRICS_2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참된 빛이 되시니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527048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34472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1476756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10584180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30장  ·  전능하고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놀라우신</a:t>
            </a:r>
          </a:p>
        </p:txBody>
      </p:sp>
      <p:sp>
        <p:nvSpPr>
          <p:cNvPr id="72" name="HYMN_1_LYRICS_3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이 세상의 모든 나라</a:t>
            </a:r>
          </a:p>
        </p:txBody>
      </p:sp>
      <p:sp>
        <p:nvSpPr>
          <p:cNvPr id="73" name="HYMN_1_LYRICS_3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주께 영광 돌리네</a:t>
            </a:r>
          </a:p>
        </p:txBody>
      </p:sp>
      <p:sp>
        <p:nvSpPr>
          <p:cNvPr id="74" name="HYMN_1_LYRICS_3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영광 영광 주의 이름 찬양해</a:t>
            </a:r>
          </a:p>
        </p:txBody>
      </p:sp>
      <p:sp>
        <p:nvSpPr>
          <p:cNvPr id="75" name="HYMN_1_LYRICS_3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영광 영광 귀한 이름 찬양해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527048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34472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1476756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10584180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30장  ·  전능하고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놀라우신</a:t>
            </a:r>
          </a:p>
        </p:txBody>
      </p:sp>
      <p:sp>
        <p:nvSpPr>
          <p:cNvPr id="72" name="HYMN_1_LYRICS_4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3. 하늘나라 보좌에서</a:t>
            </a:r>
          </a:p>
        </p:txBody>
      </p:sp>
      <p:sp>
        <p:nvSpPr>
          <p:cNvPr id="73" name="HYMN_1_LYRICS_4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죄악 많은 세상에</a:t>
            </a:r>
          </a:p>
        </p:txBody>
      </p:sp>
      <p:sp>
        <p:nvSpPr>
          <p:cNvPr id="74" name="HYMN_1_LYRICS_4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우리 구원하시려고</a:t>
            </a:r>
          </a:p>
        </p:txBody>
      </p:sp>
      <p:sp>
        <p:nvSpPr>
          <p:cNvPr id="75" name="HYMN_1_LYRICS_4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주님 세상 오셨네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527048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34472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1476756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10584180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30장  ·  전능하고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놀라우신</a:t>
            </a:r>
          </a:p>
        </p:txBody>
      </p:sp>
      <p:sp>
        <p:nvSpPr>
          <p:cNvPr id="72" name="HYMN_1_LYRICS_5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영광 영광 주의 이름 찬양해</a:t>
            </a:r>
          </a:p>
        </p:txBody>
      </p:sp>
      <p:sp>
        <p:nvSpPr>
          <p:cNvPr id="73" name="HYMN_1_LYRICS_5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영광 영광 귀한 이름 찬양해</a:t>
            </a:r>
          </a:p>
        </p:txBody>
      </p:sp>
      <p:sp>
        <p:nvSpPr>
          <p:cNvPr id="74" name="HYMN_1_LYRICS_5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4. 영원하신 우리 주님</a:t>
            </a:r>
          </a:p>
        </p:txBody>
      </p:sp>
      <p:sp>
        <p:nvSpPr>
          <p:cNvPr id="75" name="HYMN_1_LYRICS_5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어서 속히 오셔서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527048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34472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1476756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10584180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30장  ·  전능하고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놀라우신</a:t>
            </a:r>
          </a:p>
        </p:txBody>
      </p:sp>
      <p:sp>
        <p:nvSpPr>
          <p:cNvPr id="72" name="HYMN_1_LYRICS_6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주의 모든 성도들을</a:t>
            </a:r>
          </a:p>
        </p:txBody>
      </p:sp>
      <p:sp>
        <p:nvSpPr>
          <p:cNvPr id="73" name="HYMN_1_LYRICS_6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천국 인도하소서</a:t>
            </a:r>
          </a:p>
        </p:txBody>
      </p:sp>
      <p:sp>
        <p:nvSpPr>
          <p:cNvPr id="74" name="HYMN_1_LYRICS_6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영광 영광 주의 이름 찬양해</a:t>
            </a:r>
          </a:p>
        </p:txBody>
      </p:sp>
      <p:sp>
        <p:nvSpPr>
          <p:cNvPr id="75" name="HYMN_1_LYRICS_6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영광 영광 귀한 이름 찬양해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527048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34472" y="1828800"/>
            <a:ext cx="0" cy="4160520"/>
          </a:xfrm>
          <a:prstGeom prst="line">
            <a:avLst/>
          </a:prstGeom>
          <a:ln w="1778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iamond 66"/>
          <p:cNvSpPr/>
          <p:nvPr/>
        </p:nvSpPr>
        <p:spPr>
          <a:xfrm>
            <a:off x="1476756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10584180" y="1668780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30장  ·  전능하고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놀라우신</a:t>
            </a:r>
          </a:p>
        </p:txBody>
      </p:sp>
      <p:sp>
        <p:nvSpPr>
          <p:cNvPr id="72" name="HYMN_1_LYRICS_7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아멘</a:t>
            </a:r>
          </a:p>
        </p:txBody>
      </p:sp>
      <p:sp>
        <p:nvSpPr>
          <p:cNvPr id="73" name="HYMN_1_LYRICS_7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4" name="HYMN_1_LYRICS_7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5" name="HYMN_1_LYRICS_7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2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자가 있을까 함이라</a:t>
            </a:r>
          </a:p>
        </p:txBody>
      </p:sp>
      <p:sp>
        <p:nvSpPr>
          <p:cNvPr id="73" name="BIBLE_TEXT_2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2 그들과 같이 우리도 복음</a:t>
            </a:r>
          </a:p>
        </p:txBody>
      </p:sp>
      <p:sp>
        <p:nvSpPr>
          <p:cNvPr id="74" name="BIBLE_TEXT_2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전함을 받았으되 들은 바 그</a:t>
            </a:r>
          </a:p>
        </p:txBody>
      </p:sp>
      <p:sp>
        <p:nvSpPr>
          <p:cNvPr id="75" name="BIBLE_TEXT_2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말씀이 그들에게 유익하지 못한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3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것은 듣는 자가 믿음과</a:t>
            </a:r>
          </a:p>
        </p:txBody>
      </p:sp>
      <p:sp>
        <p:nvSpPr>
          <p:cNvPr id="73" name="BIBLE_TEXT_3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결부시키지 아니함이라</a:t>
            </a:r>
          </a:p>
        </p:txBody>
      </p:sp>
      <p:sp>
        <p:nvSpPr>
          <p:cNvPr id="74" name="BIBLE_TEXT_3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 이미 믿는 우리들은 저</a:t>
            </a:r>
          </a:p>
        </p:txBody>
      </p:sp>
      <p:sp>
        <p:nvSpPr>
          <p:cNvPr id="75" name="BIBLE_TEXT_3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안식에 들어가는도다 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4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말씀하신 바와 같이 내가</a:t>
            </a:r>
          </a:p>
        </p:txBody>
      </p:sp>
      <p:sp>
        <p:nvSpPr>
          <p:cNvPr id="73" name="BIBLE_TEXT_4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노하여 맹세한 바와 그들이 내</a:t>
            </a:r>
          </a:p>
        </p:txBody>
      </p:sp>
      <p:sp>
        <p:nvSpPr>
          <p:cNvPr id="74" name="BIBLE_TEXT_4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안식에 들어오지 못하리라</a:t>
            </a:r>
          </a:p>
        </p:txBody>
      </p:sp>
      <p:sp>
        <p:nvSpPr>
          <p:cNvPr id="75" name="BIBLE_TEXT_4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하셨다 하였으나 세상을 창조할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5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때부터 그 일이 이루어졌느니라</a:t>
            </a:r>
          </a:p>
        </p:txBody>
      </p:sp>
      <p:sp>
        <p:nvSpPr>
          <p:cNvPr id="73" name="BIBLE_TEXT_5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4 제칠일에 관하여는 어딘가에</a:t>
            </a:r>
          </a:p>
        </p:txBody>
      </p:sp>
      <p:sp>
        <p:nvSpPr>
          <p:cNvPr id="74" name="BIBLE_TEXT_5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이같이 일렀으되 하나님이</a:t>
            </a:r>
          </a:p>
        </p:txBody>
      </p:sp>
      <p:sp>
        <p:nvSpPr>
          <p:cNvPr id="75" name="BIBLE_TEXT_5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제칠일에 그의 모든 일을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6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쉬셨다 하였으며</a:t>
            </a:r>
          </a:p>
        </p:txBody>
      </p:sp>
      <p:sp>
        <p:nvSpPr>
          <p:cNvPr id="73" name="BIBLE_TEXT_6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5 또 다시 거기에 그들이 내</a:t>
            </a:r>
          </a:p>
        </p:txBody>
      </p:sp>
      <p:sp>
        <p:nvSpPr>
          <p:cNvPr id="74" name="BIBLE_TEXT_6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안식에 들어오지 못하리라</a:t>
            </a:r>
          </a:p>
        </p:txBody>
      </p:sp>
      <p:sp>
        <p:nvSpPr>
          <p:cNvPr id="75" name="BIBLE_TEXT_6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하였으니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7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6 그러면 거기에 들어갈</a:t>
            </a:r>
          </a:p>
        </p:txBody>
      </p:sp>
      <p:sp>
        <p:nvSpPr>
          <p:cNvPr id="73" name="BIBLE_TEXT_7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자들이 남아 있거니와 복음</a:t>
            </a:r>
          </a:p>
        </p:txBody>
      </p:sp>
      <p:sp>
        <p:nvSpPr>
          <p:cNvPr id="74" name="BIBLE_TEXT_7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전함을 먼저 받은 자들은</a:t>
            </a:r>
          </a:p>
        </p:txBody>
      </p:sp>
      <p:sp>
        <p:nvSpPr>
          <p:cNvPr id="75" name="BIBLE_TEXT_7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순종하지 아니함으로 말미암아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8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들어가지 못하였으므로</a:t>
            </a:r>
          </a:p>
        </p:txBody>
      </p:sp>
      <p:sp>
        <p:nvSpPr>
          <p:cNvPr id="73" name="BIBLE_TEXT_8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7 오랜 후에 다윗의 글에</a:t>
            </a:r>
          </a:p>
        </p:txBody>
      </p:sp>
      <p:sp>
        <p:nvSpPr>
          <p:cNvPr id="74" name="BIBLE_TEXT_8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다시 어느 날을 정하여</a:t>
            </a:r>
          </a:p>
        </p:txBody>
      </p:sp>
      <p:sp>
        <p:nvSpPr>
          <p:cNvPr id="75" name="BIBLE_TEXT_8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오늘이라고 미리 이같이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9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일렀으되 오늘 너희가 그의</a:t>
            </a:r>
          </a:p>
        </p:txBody>
      </p:sp>
      <p:sp>
        <p:nvSpPr>
          <p:cNvPr id="73" name="BIBLE_TEXT_9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음성을 듣거든 너희 마음을</a:t>
            </a:r>
          </a:p>
        </p:txBody>
      </p:sp>
      <p:sp>
        <p:nvSpPr>
          <p:cNvPr id="74" name="BIBLE_TEXT_9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완고하게 하지 말라 하였나니</a:t>
            </a:r>
          </a:p>
        </p:txBody>
      </p:sp>
      <p:sp>
        <p:nvSpPr>
          <p:cNvPr id="75" name="BIBLE_TEXT_9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8 만일 여호수아가 그들에게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10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안식을 주었더라면 그 후에</a:t>
            </a:r>
          </a:p>
        </p:txBody>
      </p:sp>
      <p:sp>
        <p:nvSpPr>
          <p:cNvPr id="73" name="BIBLE_TEXT_10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다른 날을 말씀하지</a:t>
            </a:r>
          </a:p>
        </p:txBody>
      </p:sp>
      <p:sp>
        <p:nvSpPr>
          <p:cNvPr id="74" name="BIBLE_TEXT_10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아니하셨으리라</a:t>
            </a:r>
          </a:p>
        </p:txBody>
      </p:sp>
      <p:sp>
        <p:nvSpPr>
          <p:cNvPr id="75" name="BIBLE_TEXT_10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9 그런즉 안식할 때가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11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하나님의 백성에게 남아 있도다</a:t>
            </a:r>
          </a:p>
        </p:txBody>
      </p:sp>
      <p:sp>
        <p:nvSpPr>
          <p:cNvPr id="73" name="BIBLE_TEXT_11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10 이미 그의 안식에 들어간</a:t>
            </a:r>
          </a:p>
        </p:txBody>
      </p:sp>
      <p:sp>
        <p:nvSpPr>
          <p:cNvPr id="74" name="BIBLE_TEXT_11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자는 하나님이 자기의 일을</a:t>
            </a:r>
          </a:p>
        </p:txBody>
      </p:sp>
      <p:sp>
        <p:nvSpPr>
          <p:cNvPr id="75" name="BIBLE_TEXT_11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쉬심과 같이 자기 일을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12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쉬느니라</a:t>
            </a:r>
          </a:p>
        </p:txBody>
      </p:sp>
      <p:sp>
        <p:nvSpPr>
          <p:cNvPr id="73" name="BIBLE_TEXT_12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11 그러므로 우리가 저</a:t>
            </a:r>
          </a:p>
        </p:txBody>
      </p:sp>
      <p:sp>
        <p:nvSpPr>
          <p:cNvPr id="74" name="BIBLE_TEXT_12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안식에 들어가기를 힘쓸지니</a:t>
            </a:r>
          </a:p>
        </p:txBody>
      </p:sp>
      <p:sp>
        <p:nvSpPr>
          <p:cNvPr id="75" name="BIBLE_TEXT_12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이는 누구든지 저 순종하지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히브리서 4:1-11…</a:t>
            </a:r>
          </a:p>
        </p:txBody>
      </p:sp>
      <p:sp>
        <p:nvSpPr>
          <p:cNvPr id="72" name="BIBLE_TEXT_13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아니하는 본에 빠지지 않게</a:t>
            </a:r>
          </a:p>
        </p:txBody>
      </p:sp>
      <p:sp>
        <p:nvSpPr>
          <p:cNvPr id="73" name="BIBLE_TEXT_13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하려 함이라</a:t>
            </a:r>
          </a:p>
        </p:txBody>
      </p:sp>
      <p:sp>
        <p:nvSpPr>
          <p:cNvPr id="74" name="BIBLE_TEXT_13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5" name="BIBLE_TEXT_13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51713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66344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5177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49808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사도신경</a:t>
            </a:r>
          </a:p>
        </p:txBody>
      </p:sp>
      <p:sp>
        <p:nvSpPr>
          <p:cNvPr id="72" name="APOSTLES_CREED_2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이는 성령으로 잉태하사 동정녀</a:t>
            </a:r>
          </a:p>
        </p:txBody>
      </p:sp>
      <p:sp>
        <p:nvSpPr>
          <p:cNvPr id="73" name="APOSTLES_CREED_2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마리아에게 나시고,</a:t>
            </a:r>
          </a:p>
        </p:txBody>
      </p:sp>
      <p:sp>
        <p:nvSpPr>
          <p:cNvPr id="74" name="APOSTLES_CREED_2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본디오 빌라도에게 고난을</a:t>
            </a:r>
          </a:p>
        </p:txBody>
      </p:sp>
      <p:sp>
        <p:nvSpPr>
          <p:cNvPr id="75" name="APOSTLES_CREED_2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받으사 십자가에 못 박혀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51713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66344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5177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49808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사도신경</a:t>
            </a:r>
          </a:p>
        </p:txBody>
      </p:sp>
      <p:sp>
        <p:nvSpPr>
          <p:cNvPr id="72" name="APOSTLES_CREED_3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죽으시고,</a:t>
            </a:r>
          </a:p>
        </p:txBody>
      </p:sp>
      <p:sp>
        <p:nvSpPr>
          <p:cNvPr id="73" name="APOSTLES_CREED_3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장사한 지 사흘 만에 죽은 자</a:t>
            </a:r>
          </a:p>
        </p:txBody>
      </p:sp>
      <p:sp>
        <p:nvSpPr>
          <p:cNvPr id="74" name="APOSTLES_CREED_3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가운데서 다시 살아나시며,</a:t>
            </a:r>
          </a:p>
        </p:txBody>
      </p:sp>
      <p:sp>
        <p:nvSpPr>
          <p:cNvPr id="75" name="APOSTLES_CREED_3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하늘에 오르사 전능하신 하나님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51713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66344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5177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49808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사도신경</a:t>
            </a:r>
          </a:p>
        </p:txBody>
      </p:sp>
      <p:sp>
        <p:nvSpPr>
          <p:cNvPr id="72" name="APOSTLES_CREED_4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우편에 앉아 계시다가,</a:t>
            </a:r>
          </a:p>
        </p:txBody>
      </p:sp>
      <p:sp>
        <p:nvSpPr>
          <p:cNvPr id="73" name="APOSTLES_CREED_4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거기로부터 산 자와 죽은 자를</a:t>
            </a:r>
          </a:p>
        </p:txBody>
      </p:sp>
      <p:sp>
        <p:nvSpPr>
          <p:cNvPr id="74" name="APOSTLES_CREED_4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심판하러 오시리라.</a:t>
            </a:r>
          </a:p>
        </p:txBody>
      </p:sp>
      <p:sp>
        <p:nvSpPr>
          <p:cNvPr id="75" name="APOSTLES_CREED_4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성령을 믿사오며, 거룩한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51713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66344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5177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49808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사도신경</a:t>
            </a:r>
          </a:p>
        </p:txBody>
      </p:sp>
      <p:sp>
        <p:nvSpPr>
          <p:cNvPr id="72" name="APOSTLES_CREED_5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공회와, 성도가 서로 교통하는</a:t>
            </a:r>
          </a:p>
        </p:txBody>
      </p:sp>
      <p:sp>
        <p:nvSpPr>
          <p:cNvPr id="73" name="APOSTLES_CREED_5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것과,</a:t>
            </a:r>
          </a:p>
        </p:txBody>
      </p:sp>
      <p:sp>
        <p:nvSpPr>
          <p:cNvPr id="74" name="APOSTLES_CREED_5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죄를 사하여 주시는 것과,</a:t>
            </a:r>
          </a:p>
        </p:txBody>
      </p:sp>
      <p:sp>
        <p:nvSpPr>
          <p:cNvPr id="75" name="APOSTLES_CREED_5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몸이 다시 사는 것과, 영원히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362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36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16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5557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6355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164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5146" y="357074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9153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9995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0341" y="485089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1139" y="408280"/>
            <a:ext cx="96012" cy="9601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7948" y="440284"/>
            <a:ext cx="70408" cy="7040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3560" y="507491"/>
            <a:ext cx="89611" cy="44805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081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94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888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727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213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455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8786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83137" y="5828615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0005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43944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22330" y="6002350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96269" y="5898109"/>
            <a:ext cx="130301" cy="130301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00511" y="5941543"/>
            <a:ext cx="95554" cy="95554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43842" y="6032754"/>
            <a:ext cx="121615" cy="60807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792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882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916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668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757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6399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3906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6176" y="6256966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5921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43300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9052" y="6363035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53141" y="6299394"/>
            <a:ext cx="79552" cy="79552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16783" y="6325911"/>
            <a:ext cx="58338" cy="58338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4290" y="6381597"/>
            <a:ext cx="74249" cy="37124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81912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1912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87000" y="36576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79608" y="365760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912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7000" y="6355080"/>
            <a:ext cx="292608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9608" y="6062472"/>
            <a:ext cx="0" cy="292608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114300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0927080" y="3291840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51713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66344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5177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49808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691640" y="960120"/>
            <a:ext cx="8778240" cy="5943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사도신경</a:t>
            </a:r>
          </a:p>
        </p:txBody>
      </p:sp>
      <p:sp>
        <p:nvSpPr>
          <p:cNvPr id="72" name="APOSTLES_CREED_6"/>
          <p:cNvSpPr txBox="1"/>
          <p:nvPr/>
        </p:nvSpPr>
        <p:spPr>
          <a:xfrm>
            <a:off x="1691640" y="182880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사는 것을 믿사옵나이다.</a:t>
            </a:r>
          </a:p>
        </p:txBody>
      </p:sp>
      <p:sp>
        <p:nvSpPr>
          <p:cNvPr id="73" name="APOSTLES_CREED_6__L2"/>
          <p:cNvSpPr txBox="1"/>
          <p:nvPr/>
        </p:nvSpPr>
        <p:spPr>
          <a:xfrm>
            <a:off x="1691640" y="294894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아멘.</a:t>
            </a:r>
          </a:p>
        </p:txBody>
      </p:sp>
      <p:sp>
        <p:nvSpPr>
          <p:cNvPr id="74" name="APOSTLES_CREED_6__L3"/>
          <p:cNvSpPr txBox="1"/>
          <p:nvPr/>
        </p:nvSpPr>
        <p:spPr>
          <a:xfrm>
            <a:off x="1691640" y="406908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5" name="APOSTLES_CREED_6__L4"/>
          <p:cNvSpPr txBox="1"/>
          <p:nvPr/>
        </p:nvSpPr>
        <p:spPr>
          <a:xfrm>
            <a:off x="1691640" y="5189220"/>
            <a:ext cx="8778240" cy="106527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