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{{CHURCH_EN}}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{{CHURCH_KO}}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937760" y="283464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0120" y="310896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{{SERVICE_TITLE}}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0">
                <a:solidFill>
                  <a:srgbClr val="B8BEC6"/>
                </a:solidFill>
                <a:latin typeface="Malgun Gothic"/>
              </a:rPr>
              <a:t>{{META_LINE}}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예배 순서  ·  Order of Worship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주일 예배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FFFFFF"/>
                </a:solidFill>
                <a:latin typeface="Malgun Gothic"/>
              </a:rPr>
              <a:t>{{ORDER_TEXT}}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1. 찬양과 기도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5156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0">
                <a:solidFill>
                  <a:srgbClr val="B8BEC6"/>
                </a:solidFill>
                <a:latin typeface="Malgun Gothic"/>
              </a:rPr>
              <a:t>Praise &amp; Prayer</a:t>
            </a:r>
          </a:p>
        </p:txBody>
      </p:sp>
      <p:sp>
        <p:nvSpPr>
          <p:cNvPr id="8" name="HYMN_1"/>
          <p:cNvSpPr txBox="1"/>
          <p:nvPr/>
        </p:nvSpPr>
        <p:spPr>
          <a:xfrm>
            <a:off x="960120" y="2560320"/>
            <a:ext cx="101498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{{HYMN_1}}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1. 찬양과 기도  ·  가사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B8BEC6"/>
                </a:solidFill>
                <a:latin typeface="Malgun Gothic"/>
              </a:rPr>
              <a:t>{{HYMN_1}}</a:t>
            </a:r>
          </a:p>
        </p:txBody>
      </p:sp>
      <p:sp>
        <p:nvSpPr>
          <p:cNvPr id="8" name="HYMN_1_LYRICS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{{HYMN_1_LYRICS}}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1. 찬양과 기도  ·  가사 (계속)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B8BEC6"/>
                </a:solidFill>
                <a:latin typeface="Malgun Gothic"/>
              </a:rPr>
              <a:t>{{HYMN_1}}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{{HYMN_1_LYRICS_2}}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2. 사도신경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The Apostles' Creed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FFFFFF"/>
                </a:solidFill>
                <a:latin typeface="Malgun Gothic"/>
              </a:rPr>
              <a:t>{{APOSTLES_CREED}}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3. 교독문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{{RESPONSIVE_TITLE}}</a:t>
            </a:r>
          </a:p>
        </p:txBody>
      </p:sp>
      <p:sp>
        <p:nvSpPr>
          <p:cNvPr id="8" name="RESPONSIVE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{{RESPONSIVE}}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4. 찬송가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5156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0">
                <a:solidFill>
                  <a:srgbClr val="B8BEC6"/>
                </a:solidFill>
                <a:latin typeface="Malgun Gothic"/>
              </a:rPr>
              <a:t>Hymn</a:t>
            </a:r>
          </a:p>
        </p:txBody>
      </p:sp>
      <p:sp>
        <p:nvSpPr>
          <p:cNvPr id="8" name="HYMN_2"/>
          <p:cNvSpPr txBox="1"/>
          <p:nvPr/>
        </p:nvSpPr>
        <p:spPr>
          <a:xfrm>
            <a:off x="960120" y="2560320"/>
            <a:ext cx="101498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{{HYMN_2}}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4. 찬송가  ·  가사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B8BEC6"/>
                </a:solidFill>
                <a:latin typeface="Malgun Gothic"/>
              </a:rPr>
              <a:t>{{HYMN_2}}</a:t>
            </a:r>
          </a:p>
        </p:txBody>
      </p:sp>
      <p:sp>
        <p:nvSpPr>
          <p:cNvPr id="8" name="HYMN_2_LYRICS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{{HYMN_2_LYRICS}}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5. 예배의 기도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{{PRAYER_LEADER}}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{{PRAYER_TEXT}}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6. 오늘의 말씀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{{SCRIPTURE_REF}}</a:t>
            </a:r>
          </a:p>
        </p:txBody>
      </p:sp>
      <p:sp>
        <p:nvSpPr>
          <p:cNvPr id="8" name="BIBLE_TEXT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{{BIBLE_TEXT}}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7. 찬양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5156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0">
                <a:solidFill>
                  <a:srgbClr val="B8BEC6"/>
                </a:solidFill>
                <a:latin typeface="Malgun Gothic"/>
              </a:rPr>
              <a:t>Hymn of Response</a:t>
            </a:r>
          </a:p>
        </p:txBody>
      </p:sp>
      <p:sp>
        <p:nvSpPr>
          <p:cNvPr id="8" name="HYMN_3"/>
          <p:cNvSpPr txBox="1"/>
          <p:nvPr/>
        </p:nvSpPr>
        <p:spPr>
          <a:xfrm>
            <a:off x="960120" y="2560320"/>
            <a:ext cx="101498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{{HYMN_3}}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7. 찬양  ·  가사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B8BEC6"/>
                </a:solidFill>
                <a:latin typeface="Malgun Gothic"/>
              </a:rPr>
              <a:t>{{HYMN_3}}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{{HYMN_3_LYRICS}}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8. 생명의 말씀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9728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0">
                <a:solidFill>
                  <a:srgbClr val="B8BEC6"/>
                </a:solidFill>
                <a:latin typeface="Malgun Gothic"/>
              </a:rPr>
              <a:t>{{SCRIPTURE_REF}}</a:t>
            </a:r>
          </a:p>
        </p:txBody>
      </p:sp>
      <p:sp>
        <p:nvSpPr>
          <p:cNvPr id="8" name="SERMON_TITLE"/>
          <p:cNvSpPr txBox="1"/>
          <p:nvPr/>
        </p:nvSpPr>
        <p:spPr>
          <a:xfrm>
            <a:off x="960120" y="2103120"/>
            <a:ext cx="10149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{{SERMON_TITLE}}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10149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0">
                <a:solidFill>
                  <a:srgbClr val="B8BEC6"/>
                </a:solidFill>
                <a:latin typeface="Malgun Gothic"/>
              </a:rPr>
              <a:t>{{SERMON_SUBTITLE}}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72000"/>
            <a:ext cx="10149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0">
                <a:solidFill>
                  <a:srgbClr val="C9A85C"/>
                </a:solidFill>
                <a:latin typeface="Malgun Gothic"/>
              </a:rPr>
              <a:t>{{PREACHER}}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9. 감사와 봉헌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51560"/>
            <a:ext cx="10149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0">
                <a:solidFill>
                  <a:srgbClr val="B8BEC6"/>
                </a:solidFill>
                <a:latin typeface="Malgun Gothic"/>
              </a:rPr>
              <a:t>Offering</a:t>
            </a:r>
          </a:p>
        </p:txBody>
      </p:sp>
      <p:sp>
        <p:nvSpPr>
          <p:cNvPr id="8" name="HYMN_4"/>
          <p:cNvSpPr txBox="1"/>
          <p:nvPr/>
        </p:nvSpPr>
        <p:spPr>
          <a:xfrm>
            <a:off x="960120" y="2560320"/>
            <a:ext cx="101498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5400" b="1">
                <a:solidFill>
                  <a:srgbClr val="FFFFFF"/>
                </a:solidFill>
                <a:latin typeface="Malgun Gothic"/>
              </a:rPr>
              <a:t>{{HYMN_4}}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9. 감사와 봉헌  ·  가사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B8BEC6"/>
                </a:solidFill>
                <a:latin typeface="Malgun Gothic"/>
              </a:rPr>
              <a:t>{{HYMN_4}}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{{HYMN_4_LYRICS}}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10. 축도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{{BENEDICTION}}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{{CLOSING_NOTE}}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9A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502920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21440" y="0"/>
            <a:ext cx="670255" cy="6858000"/>
          </a:xfrm>
          <a:prstGeom prst="rect">
            <a:avLst/>
          </a:prstGeom>
          <a:solidFill>
            <a:srgbClr val="242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384048"/>
            <a:ext cx="10149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200" b="0">
                <a:solidFill>
                  <a:srgbClr val="C9A85C"/>
                </a:solidFill>
                <a:latin typeface="Malgun Gothic"/>
              </a:rPr>
              <a:t>소식 · 광고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937760" y="822960"/>
            <a:ext cx="2286000" cy="0"/>
          </a:xfrm>
          <a:prstGeom prst="line">
            <a:avLst/>
          </a:prstGeom>
          <a:ln w="22225">
            <a:solidFill>
              <a:srgbClr val="C9A8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60120" y="1005840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3600" b="1">
                <a:solidFill>
                  <a:srgbClr val="FFFFFF"/>
                </a:solidFill>
                <a:latin typeface="Malgun Gothic"/>
              </a:rPr>
              <a:t>Announcements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10149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3200" b="1">
                <a:solidFill>
                  <a:srgbClr val="FFFFFF"/>
                </a:solidFill>
                <a:latin typeface="Malgun Gothic"/>
              </a:rPr>
              <a:t>{{ANNOUNCEMENTS}}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