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691640" y="502920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91640" y="502920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149840" y="502920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49840" y="502920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577840.0" y="6263640"/>
            <a:ext cx="1005840.0" cy="0"/>
          </a:xfrm>
          <a:prstGeom prst="line">
            <a:avLst/>
          </a:prstGeom>
          <a:ln w="1270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HURCH_EN"/>
          <p:cNvSpPr txBox="1"/>
          <p:nvPr/>
        </p:nvSpPr>
        <p:spPr>
          <a:xfrm>
            <a:off x="1691640" y="640080"/>
            <a:ext cx="8778240" cy="804672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0">
                <a:solidFill>
                  <a:srgbClr val="D8B87A"/>
                </a:solidFill>
                <a:latin typeface="Malgun Gothic"/>
              </a:rPr>
              <a:t>{{CHURCH_EN}}</a:t>
            </a:r>
          </a:p>
        </p:txBody>
      </p:sp>
      <p:sp>
        <p:nvSpPr>
          <p:cNvPr id="17" name="CHURCH_KO"/>
          <p:cNvSpPr txBox="1"/>
          <p:nvPr/>
        </p:nvSpPr>
        <p:spPr>
          <a:xfrm>
            <a:off x="1691640" y="1737360"/>
            <a:ext cx="8778240" cy="804672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5400" b="1">
                <a:solidFill>
                  <a:srgbClr val="FFF8F0"/>
                </a:solidFill>
                <a:latin typeface="Malgun Gothic"/>
              </a:rPr>
              <a:t>{{CHURCH_KO}}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74920.0" y="2697480"/>
            <a:ext cx="2011680.0" cy="0"/>
          </a:xfrm>
          <a:prstGeom prst="line">
            <a:avLst/>
          </a:prstGeom>
          <a:ln w="1905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SERVICE_TITLE"/>
          <p:cNvSpPr txBox="1"/>
          <p:nvPr/>
        </p:nvSpPr>
        <p:spPr>
          <a:xfrm>
            <a:off x="1691640" y="2907792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FFF8F0"/>
                </a:solidFill>
                <a:latin typeface="Malgun Gothic"/>
              </a:rPr>
              <a:t>{{SERVICE_TITLE}}</a:t>
            </a:r>
          </a:p>
        </p:txBody>
      </p:sp>
      <p:sp>
        <p:nvSpPr>
          <p:cNvPr id="20" name="DATE"/>
          <p:cNvSpPr txBox="1"/>
          <p:nvPr/>
        </p:nvSpPr>
        <p:spPr>
          <a:xfrm>
            <a:off x="1691640" y="3438144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{{DATE}}</a:t>
            </a:r>
          </a:p>
        </p:txBody>
      </p:sp>
      <p:sp>
        <p:nvSpPr>
          <p:cNvPr id="21" name="SERVICE_TIME"/>
          <p:cNvSpPr txBox="1"/>
          <p:nvPr/>
        </p:nvSpPr>
        <p:spPr>
          <a:xfrm>
            <a:off x="1691640" y="3968496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{{SERVICE_TIME}}</a:t>
            </a:r>
          </a:p>
        </p:txBody>
      </p:sp>
      <p:sp>
        <p:nvSpPr>
          <p:cNvPr id="22" name="WORSHIP_LEADER"/>
          <p:cNvSpPr txBox="1"/>
          <p:nvPr/>
        </p:nvSpPr>
        <p:spPr>
          <a:xfrm>
            <a:off x="1691640" y="4498848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FFF8F0"/>
                </a:solidFill>
                <a:latin typeface="Malgun Gothic"/>
              </a:rPr>
              <a:t>{{WORSHIP_LEADER}}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435608" y="187451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435608" y="228599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435608" y="269747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35608" y="310895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435608" y="352043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435608" y="393191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435608" y="434339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435608" y="475487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435608" y="516635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예배 순서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주일 예배</a:t>
            </a:r>
          </a:p>
        </p:txBody>
      </p:sp>
      <p:sp>
        <p:nvSpPr>
          <p:cNvPr id="45" name="ORDER_TEXT"/>
          <p:cNvSpPr txBox="1"/>
          <p:nvPr/>
        </p:nvSpPr>
        <p:spPr>
          <a:xfrm>
            <a:off x="1920240" y="1783080"/>
            <a:ext cx="8321040" cy="457200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0">
                <a:solidFill>
                  <a:srgbClr val="FFF8F0"/>
                </a:solidFill>
                <a:latin typeface="Malgun Gothic"/>
              </a:rPr>
              <a:t>{{ORDER_TEXT}}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1. 찬양과 기도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1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{{HYMN_1}}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517136.0" y="1627632"/>
            <a:ext cx="292608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663440.0" y="1481328"/>
            <a:ext cx="0.0" cy="292608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351776.0" y="1627632"/>
            <a:ext cx="292608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8080.0" y="1481328"/>
            <a:ext cx="0.0" cy="292608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2. 사도신경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{{APOSTLES_CREED_HEADING}}</a:t>
            </a:r>
          </a:p>
        </p:txBody>
      </p:sp>
      <p:sp>
        <p:nvSpPr>
          <p:cNvPr id="40" name="APOSTLES_CREED_1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{{APOSTLES_CREED_1}}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0" y="1627632"/>
            <a:ext cx="256032" cy="109728"/>
          </a:xfrm>
          <a:prstGeom prst="rect">
            <a:avLst/>
          </a:prstGeom>
          <a:solidFill>
            <a:srgbClr val="F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76288" y="1627632"/>
            <a:ext cx="256032" cy="109728"/>
          </a:xfrm>
          <a:prstGeom prst="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527048" y="1828800"/>
            <a:ext cx="0" cy="3931920"/>
          </a:xfrm>
          <a:prstGeom prst="line">
            <a:avLst/>
          </a:prstGeom>
          <a:ln w="2032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634472" y="1828800"/>
            <a:ext cx="0" cy="3931920"/>
          </a:xfrm>
          <a:prstGeom prst="line">
            <a:avLst/>
          </a:prstGeom>
          <a:ln w="2032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3. 교독문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{{RESPONSIVE_TITLE}}</a:t>
            </a:r>
          </a:p>
        </p:txBody>
      </p:sp>
      <p:sp>
        <p:nvSpPr>
          <p:cNvPr id="40" name="RESPONSIVE_1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{{RESPONSIVE_1}}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4. 찬송가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2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{{HYMN_2}}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536692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783580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95644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42532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5. 예배의 기도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{{PRAYER_LEADER}}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{{PRAYER_TEXT}}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618488" y="1719072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618488" y="1719072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222992" y="1719072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543032" y="1719072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6. 오늘의 말씀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{{SCRIPTURE_REF}}</a:t>
            </a:r>
          </a:p>
        </p:txBody>
      </p:sp>
      <p:sp>
        <p:nvSpPr>
          <p:cNvPr id="40" name="BIBLE_TEXT_1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{{BIBLE_TEXT_1}}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800600.0" y="1874519"/>
            <a:ext cx="914400.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446520.0" y="1874519"/>
            <a:ext cx="914400.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Diamond 34"/>
          <p:cNvSpPr/>
          <p:nvPr/>
        </p:nvSpPr>
        <p:spPr>
          <a:xfrm>
            <a:off x="4613148" y="1824227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7447788" y="1824227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설교제목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ERMON_TITLE"/>
          <p:cNvSpPr txBox="1"/>
          <p:nvPr/>
        </p:nvSpPr>
        <p:spPr>
          <a:xfrm>
            <a:off x="1691640" y="2240280"/>
            <a:ext cx="8778240" cy="20116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5200" b="1">
                <a:solidFill>
                  <a:srgbClr val="FFF8F0"/>
                </a:solidFill>
                <a:latin typeface="Malgun Gothic"/>
              </a:rPr>
              <a:t>{{SERMON_TITLE}}</a:t>
            </a:r>
          </a:p>
        </p:txBody>
      </p:sp>
      <p:sp>
        <p:nvSpPr>
          <p:cNvPr id="40" name="SERMON_SUBTITLE"/>
          <p:cNvSpPr txBox="1"/>
          <p:nvPr/>
        </p:nvSpPr>
        <p:spPr>
          <a:xfrm>
            <a:off x="1691640" y="4572000"/>
            <a:ext cx="8778240" cy="36576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{{SERMON_SUBTITLE}}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349240.0" y="5074920"/>
            <a:ext cx="146304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PREACHER"/>
          <p:cNvSpPr txBox="1"/>
          <p:nvPr/>
        </p:nvSpPr>
        <p:spPr>
          <a:xfrm>
            <a:off x="1691640" y="5303520"/>
            <a:ext cx="8778240" cy="36576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{{PREACHER}}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983480.0" y="1627632"/>
            <a:ext cx="82296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355080.0" y="1627632"/>
            <a:ext cx="82296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Diamond 34"/>
          <p:cNvSpPr/>
          <p:nvPr/>
        </p:nvSpPr>
        <p:spPr>
          <a:xfrm>
            <a:off x="4800600" y="1581912"/>
            <a:ext cx="91440" cy="91440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7269480" y="1581912"/>
            <a:ext cx="91440" cy="91440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8. 감사와 봉헌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HYMN_3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{{HYMN_3}}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663440.0" y="1627632"/>
            <a:ext cx="274320.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800600.0" y="1490472"/>
            <a:ext cx="0.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223760.0" y="1627632"/>
            <a:ext cx="274320.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360920.0" y="1490472"/>
            <a:ext cx="0.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257800.0" y="6126480"/>
            <a:ext cx="1645920.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9. 축도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축도</a:t>
            </a:r>
          </a:p>
        </p:txBody>
      </p:sp>
      <p:sp>
        <p:nvSpPr>
          <p:cNvPr id="41" name="BENEDICTION_BODY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{{BENEDICTION_BODY}}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91640" y="1572768"/>
            <a:ext cx="8778240" cy="36576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소식 · 광고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소식 · 광고</a:t>
            </a:r>
          </a:p>
        </p:txBody>
      </p:sp>
      <p:sp>
        <p:nvSpPr>
          <p:cNvPr id="37" name="ANNOUNCEMENTS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{{ANNOUNCEMENTS}}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