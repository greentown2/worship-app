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691640" y="502920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91640" y="502920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149840" y="502920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49840" y="502920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577840.0" y="6263640"/>
            <a:ext cx="1005840.0" cy="0"/>
          </a:xfrm>
          <a:prstGeom prst="line">
            <a:avLst/>
          </a:prstGeom>
          <a:ln w="1270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URCH_EN"/>
          <p:cNvSpPr txBox="1"/>
          <p:nvPr/>
        </p:nvSpPr>
        <p:spPr>
          <a:xfrm>
            <a:off x="1691640" y="640080"/>
            <a:ext cx="8778240" cy="804672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0">
                <a:solidFill>
                  <a:srgbClr val="D8B87A"/>
                </a:solidFill>
                <a:latin typeface="Malgun Gothic"/>
              </a:rPr>
              <a:t>{{CHURCH_EN}}</a:t>
            </a:r>
          </a:p>
        </p:txBody>
      </p:sp>
      <p:sp>
        <p:nvSpPr>
          <p:cNvPr id="17" name="CHURCH_KO"/>
          <p:cNvSpPr txBox="1"/>
          <p:nvPr/>
        </p:nvSpPr>
        <p:spPr>
          <a:xfrm>
            <a:off x="1691640" y="1737360"/>
            <a:ext cx="8778240" cy="804672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5400" b="1">
                <a:solidFill>
                  <a:srgbClr val="FFF8F0"/>
                </a:solidFill>
                <a:latin typeface="Malgun Gothic"/>
              </a:rPr>
              <a:t>{{CHURCH_KO}}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74920.0" y="2697480"/>
            <a:ext cx="2011680.0" cy="0"/>
          </a:xfrm>
          <a:prstGeom prst="line">
            <a:avLst/>
          </a:prstGeom>
          <a:ln w="1905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ERVICE_TITLE"/>
          <p:cNvSpPr txBox="1"/>
          <p:nvPr/>
        </p:nvSpPr>
        <p:spPr>
          <a:xfrm>
            <a:off x="1691640" y="2907792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FFF8F0"/>
                </a:solidFill>
                <a:latin typeface="Malgun Gothic"/>
              </a:rPr>
              <a:t>{{SERVICE_TITLE}}</a:t>
            </a:r>
          </a:p>
        </p:txBody>
      </p:sp>
      <p:sp>
        <p:nvSpPr>
          <p:cNvPr id="20" name="DATE"/>
          <p:cNvSpPr txBox="1"/>
          <p:nvPr/>
        </p:nvSpPr>
        <p:spPr>
          <a:xfrm>
            <a:off x="1691640" y="3438144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{{DATE}}</a:t>
            </a:r>
          </a:p>
        </p:txBody>
      </p:sp>
      <p:sp>
        <p:nvSpPr>
          <p:cNvPr id="21" name="SERVICE_TIME"/>
          <p:cNvSpPr txBox="1"/>
          <p:nvPr/>
        </p:nvSpPr>
        <p:spPr>
          <a:xfrm>
            <a:off x="1691640" y="3968496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{{SERVICE_TIME}}</a:t>
            </a:r>
          </a:p>
        </p:txBody>
      </p:sp>
      <p:sp>
        <p:nvSpPr>
          <p:cNvPr id="22" name="WORSHIP_LEADER"/>
          <p:cNvSpPr txBox="1"/>
          <p:nvPr/>
        </p:nvSpPr>
        <p:spPr>
          <a:xfrm>
            <a:off x="1691640" y="4498848"/>
            <a:ext cx="8778240" cy="45720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FFF8F0"/>
                </a:solidFill>
                <a:latin typeface="Malgun Gothic"/>
              </a:rPr>
              <a:t>{{WORSHIP_LEADER}}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435608" y="187451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435608" y="228599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435608" y="269747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35608" y="310895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35608" y="352043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435608" y="393191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435608" y="434339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435608" y="475487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435608" y="5166359"/>
            <a:ext cx="164592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예배 순서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주일 예배</a:t>
            </a:r>
          </a:p>
        </p:txBody>
      </p:sp>
      <p:sp>
        <p:nvSpPr>
          <p:cNvPr id="45" name="ORDER_TEXT"/>
          <p:cNvSpPr txBox="1"/>
          <p:nvPr/>
        </p:nvSpPr>
        <p:spPr>
          <a:xfrm>
            <a:off x="1920240" y="1783080"/>
            <a:ext cx="8321040" cy="457200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0">
                <a:solidFill>
                  <a:srgbClr val="FFF8F0"/>
                </a:solidFill>
                <a:latin typeface="Malgun Gothic"/>
              </a:rPr>
              <a:t>{{ORDER_TEXT}}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예배 준비의 시간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PREP_1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{{HYMN_PREP_1}}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예배 준비의 시간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PREP_2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{{HYMN_PREP_2}}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예배 준비의 시간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PREP_3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{{HYMN_PREP_3}}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예배 준비의 시간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PREP_4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{{HYMN_PREP_4}}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1. 예배 준비의 시간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PREP_5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{{HYMN_PREP_5}}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2. 찬양과 기도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1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{{HYMN_1}}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517136.0" y="1627632"/>
            <a:ext cx="292608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663440.0" y="1481328"/>
            <a:ext cx="0.0" cy="292608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351776.0" y="1627632"/>
            <a:ext cx="292608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80.0" y="1481328"/>
            <a:ext cx="0.0" cy="292608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3. 사도신경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{{APOSTLES_CREED_HEADING}}</a:t>
            </a:r>
          </a:p>
        </p:txBody>
      </p:sp>
      <p:sp>
        <p:nvSpPr>
          <p:cNvPr id="40" name="APOSTLES_CREED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{{APOSTLES_CREED_1}}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0" y="1627632"/>
            <a:ext cx="256032" cy="109728"/>
          </a:xfrm>
          <a:prstGeom prst="rect">
            <a:avLst/>
          </a:prstGeom>
          <a:solidFill>
            <a:srgbClr val="FF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76288" y="1627632"/>
            <a:ext cx="256032" cy="109728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527048" y="1828800"/>
            <a:ext cx="0" cy="3931920"/>
          </a:xfrm>
          <a:prstGeom prst="line">
            <a:avLst/>
          </a:prstGeom>
          <a:ln w="2032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634472" y="1828800"/>
            <a:ext cx="0" cy="3931920"/>
          </a:xfrm>
          <a:prstGeom prst="line">
            <a:avLst/>
          </a:prstGeom>
          <a:ln w="2032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4. 교독문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{{RESPONSIVE_TITLE}}</a:t>
            </a:r>
          </a:p>
        </p:txBody>
      </p:sp>
      <p:sp>
        <p:nvSpPr>
          <p:cNvPr id="40" name="RESPONSIVE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{{RESPONSIVE_1}}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493318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127748" y="2281428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5. 찬송가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HYMN_2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{{HYMN_2}}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536692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783580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95644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42532" y="1586484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6. 예배의 기도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{{PRAYER_LEADER}}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{{PRAYER_TEXT}}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618488" y="1719072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18488" y="1719072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222992" y="1719072"/>
            <a:ext cx="32004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543032" y="1719072"/>
            <a:ext cx="0" cy="32004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7. 오늘의 말씀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{{SCRIPTURE_REF}}</a:t>
            </a:r>
          </a:p>
        </p:txBody>
      </p:sp>
      <p:sp>
        <p:nvSpPr>
          <p:cNvPr id="40" name="BIBLE_TEXT_1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{{BIBLE_TEXT_1}}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800600.0" y="1874519"/>
            <a:ext cx="91440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46520.0" y="1874519"/>
            <a:ext cx="91440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4613148" y="1824227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7447788" y="1824227"/>
            <a:ext cx="100584" cy="100584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설교제목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ERMON_TITLE"/>
          <p:cNvSpPr txBox="1"/>
          <p:nvPr/>
        </p:nvSpPr>
        <p:spPr>
          <a:xfrm>
            <a:off x="1691640" y="2240280"/>
            <a:ext cx="8778240" cy="20116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5200" b="1">
                <a:solidFill>
                  <a:srgbClr val="FFF8F0"/>
                </a:solidFill>
                <a:latin typeface="Malgun Gothic"/>
              </a:rPr>
              <a:t>{{SERMON_TITLE}}</a:t>
            </a:r>
          </a:p>
        </p:txBody>
      </p:sp>
      <p:sp>
        <p:nvSpPr>
          <p:cNvPr id="40" name="SERMON_SUBTITLE"/>
          <p:cNvSpPr txBox="1"/>
          <p:nvPr/>
        </p:nvSpPr>
        <p:spPr>
          <a:xfrm>
            <a:off x="1691640" y="4572000"/>
            <a:ext cx="8778240" cy="36576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{{SERMON_SUBTITLE}}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349240.0" y="5074920"/>
            <a:ext cx="146304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PREACHER"/>
          <p:cNvSpPr txBox="1"/>
          <p:nvPr/>
        </p:nvSpPr>
        <p:spPr>
          <a:xfrm>
            <a:off x="1691640" y="5303520"/>
            <a:ext cx="8778240" cy="36576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B6C0CA"/>
                </a:solidFill>
                <a:latin typeface="Malgun Gothic"/>
              </a:rPr>
              <a:t>{{PREACHER}}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983480.0" y="1627632"/>
            <a:ext cx="82296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55080.0" y="1627632"/>
            <a:ext cx="82296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4800600" y="1581912"/>
            <a:ext cx="91440" cy="91440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7269480" y="1581912"/>
            <a:ext cx="91440" cy="91440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9. 감사와 봉헌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HYMN_3"/>
          <p:cNvSpPr txBox="1"/>
          <p:nvPr/>
        </p:nvSpPr>
        <p:spPr>
          <a:xfrm>
            <a:off x="1691640" y="2331720"/>
            <a:ext cx="8778240" cy="155448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400" b="1">
                <a:solidFill>
                  <a:srgbClr val="FFF8F0"/>
                </a:solidFill>
                <a:latin typeface="Malgun Gothic"/>
              </a:rPr>
              <a:t>{{HYMN_3}}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394960.0" y="4160520"/>
            <a:ext cx="1371600.0" cy="0"/>
          </a:xfrm>
          <a:prstGeom prst="line">
            <a:avLst/>
          </a:prstGeom>
          <a:ln w="1524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663440.0" y="1627632"/>
            <a:ext cx="274320.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800600.0" y="1490472"/>
            <a:ext cx="0.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23760.0" y="1627632"/>
            <a:ext cx="274320.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360920.0" y="1490472"/>
            <a:ext cx="0.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257800.0" y="6126480"/>
            <a:ext cx="1645920.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10. 축도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축도</a:t>
            </a:r>
          </a:p>
        </p:txBody>
      </p:sp>
      <p:sp>
        <p:nvSpPr>
          <p:cNvPr id="41" name="BENEDICTION_BODY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{{BENEDICTION_BODY}}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18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265176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56032"/>
            <a:ext cx="9418320" cy="6263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" y="0"/>
            <a:ext cx="82296" cy="6858000"/>
          </a:xfrm>
          <a:prstGeom prst="rect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978640" y="0"/>
            <a:ext cx="91440" cy="6858000"/>
          </a:xfrm>
          <a:prstGeom prst="rect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070080" y="0"/>
            <a:ext cx="118872" cy="6858000"/>
          </a:xfrm>
          <a:prstGeom prst="rect">
            <a:avLst/>
          </a:prstGeom>
          <a:solidFill>
            <a:srgbClr val="8E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54480" y="292608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6446520"/>
            <a:ext cx="9052560" cy="0"/>
          </a:xfrm>
          <a:prstGeom prst="line">
            <a:avLst/>
          </a:prstGeom>
          <a:ln w="13970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37744" y="6565392"/>
            <a:ext cx="11951208" cy="292608"/>
          </a:xfrm>
          <a:prstGeom prst="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939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2663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9345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0533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215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0484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8728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89995" y="5891251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67719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444401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35589" y="6046698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12271" y="5953430"/>
            <a:ext cx="116586" cy="116586"/>
          </a:xfrm>
          <a:prstGeom prst="ellipse">
            <a:avLst/>
          </a:prstGeom>
          <a:solidFill>
            <a:srgbClr val="D6A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05540" y="5992292"/>
            <a:ext cx="85496" cy="85496"/>
          </a:xfrm>
          <a:prstGeom prst="ellipse">
            <a:avLst/>
          </a:prstGeom>
          <a:solidFill>
            <a:srgbClr val="C48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3784" y="6073902"/>
            <a:ext cx="108813" cy="54406"/>
          </a:xfrm>
          <a:prstGeom prst="ellipse">
            <a:avLst/>
          </a:prstGeom>
          <a:solidFill>
            <a:srgbClr val="7E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002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0020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287000" y="365760"/>
            <a:ext cx="274320" cy="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365760"/>
            <a:ext cx="0" cy="274320"/>
          </a:xfrm>
          <a:prstGeom prst="line">
            <a:avLst/>
          </a:prstGeom>
          <a:ln w="14604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iamond 30"/>
          <p:cNvSpPr/>
          <p:nvPr/>
        </p:nvSpPr>
        <p:spPr>
          <a:xfrm>
            <a:off x="119329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10885932" y="3296412"/>
            <a:ext cx="82296" cy="82296"/>
          </a:xfrm>
          <a:prstGeom prst="diamond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91640" y="1572768"/>
            <a:ext cx="8778240" cy="36576"/>
          </a:xfrm>
          <a:prstGeom prst="rect">
            <a:avLst/>
          </a:prstGeom>
          <a:solidFill>
            <a:srgbClr val="D8B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91640" y="384048"/>
            <a:ext cx="8778240" cy="292608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D8B87A"/>
                </a:solidFill>
                <a:latin typeface="Malgun Gothic"/>
              </a:rPr>
              <a:t>11. 안내 및 광고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57800.0" y="749808"/>
            <a:ext cx="1645920.0" cy="0"/>
          </a:xfrm>
          <a:prstGeom prst="line">
            <a:avLst/>
          </a:prstGeom>
          <a:ln w="17145">
            <a:solidFill>
              <a:srgbClr val="D8B8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691640" y="960120"/>
            <a:ext cx="8778240" cy="777240"/>
          </a:xfrm>
          <a:prstGeom prst="rect">
            <a:avLst/>
          </a:prstGeom>
          <a:noFill/>
        </p:spPr>
        <p:txBody>
          <a:bodyPr wrap="square" anchor="ctr" lIns="18288" rIns="73152" tIns="18288" bIns="1828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8F0"/>
                </a:solidFill>
                <a:latin typeface="Malgun Gothic"/>
              </a:rPr>
              <a:t>안내 및 광고</a:t>
            </a:r>
          </a:p>
        </p:txBody>
      </p:sp>
      <p:sp>
        <p:nvSpPr>
          <p:cNvPr id="37" name="ANNOUNCEMENTS"/>
          <p:cNvSpPr txBox="1"/>
          <p:nvPr/>
        </p:nvSpPr>
        <p:spPr>
          <a:xfrm>
            <a:off x="1691640" y="1828800"/>
            <a:ext cx="8778240" cy="4297680"/>
          </a:xfrm>
          <a:prstGeom prst="rect">
            <a:avLst/>
          </a:prstGeom>
          <a:noFill/>
        </p:spPr>
        <p:txBody>
          <a:bodyPr wrap="square" anchor="t" lIns="18288" rIns="73152" tIns="18288" bIns="18288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800" b="0">
                <a:solidFill>
                  <a:srgbClr val="FFF8F0"/>
                </a:solidFill>
                <a:latin typeface="Malgun Gothic"/>
              </a:rPr>
              <a:t>{{ANNOUNCEMENTS}}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