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3" r:id="rId24"/>
    <p:sldId id="260" r:id="rId11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61" r:id="rId12"/>
    <p:sldId id="305" r:id="rId56"/>
    <p:sldId id="306" r:id="rId57"/>
    <p:sldId id="262" r:id="rId13"/>
    <p:sldId id="263" r:id="rId1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64" r:id="rId15"/>
    <p:sldId id="265" r:id="rId16"/>
    <p:sldId id="266" r:id="rId17"/>
    <p:sldId id="267" r:id="rId18"/>
    <p:sldId id="281" r:id="rId32"/>
    <p:sldId id="268" r:id="rId19"/>
    <p:sldId id="269" r:id="rId20"/>
    <p:sldId id="270" r:id="rId21"/>
    <p:sldId id="282" r:id="rId33"/>
    <p:sldId id="283" r:id="rId34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91640" y="502920"/>
            <a:ext cx="320040" cy="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502920"/>
            <a:ext cx="0" cy="32004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502920"/>
            <a:ext cx="320040" cy="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502920"/>
            <a:ext cx="0" cy="32004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.0" y="6263640"/>
            <a:ext cx="1005840.0" cy="0"/>
          </a:xfrm>
          <a:prstGeom prst="line">
            <a:avLst/>
          </a:prstGeom>
          <a:ln w="1270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1508760"/>
            <a:ext cx="8778240" cy="36576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2200" b="0">
                <a:solidFill>
                  <a:srgbClr val="E2C278"/>
                </a:solidFill>
                <a:latin typeface="Malgun Gothic"/>
              </a:rPr>
              <a:t>Fullerton Villa Community…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011680"/>
            <a:ext cx="8778240" cy="105156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5400" b="1">
                <a:solidFill>
                  <a:srgbClr val="FFFCF5"/>
                </a:solidFill>
                <a:latin typeface="Malgun Gothic"/>
              </a:rPr>
              <a:t>플러톤 빌라 교회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74920.0" y="3246120"/>
            <a:ext cx="2011680.0" cy="0"/>
          </a:xfrm>
          <a:prstGeom prst="line">
            <a:avLst/>
          </a:prstGeom>
          <a:ln w="1905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91640" y="3566160"/>
            <a:ext cx="8778240" cy="50292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CF5"/>
                </a:solidFill>
                <a:latin typeface="Malgun Gothic"/>
              </a:rPr>
              <a:t>주일 예배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06240"/>
            <a:ext cx="8778240" cy="4114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2CBD4"/>
                </a:solidFill>
                <a:latin typeface="Malgun Gothic"/>
              </a:rPr>
              <a:t>오전 11:00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35608" y="1874519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35608" y="2258567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35608" y="2642615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35608" y="3026663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35608" y="3410711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35608" y="3794759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35608" y="4178807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35608" y="4562855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35608" y="4946903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35608" y="5330951"/>
            <a:ext cx="164592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예배 순서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주일 예배</a:t>
            </a:r>
          </a:p>
        </p:txBody>
      </p:sp>
      <p:sp>
        <p:nvSpPr>
          <p:cNvPr id="24" name="ORDER_TEXT"/>
          <p:cNvSpPr txBox="1"/>
          <p:nvPr/>
        </p:nvSpPr>
        <p:spPr>
          <a:xfrm>
            <a:off x="1920240" y="1783080"/>
            <a:ext cx="8321040" cy="457200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1. 찬양과 기도  ·  7장  ·  성부 성자 성령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2. 사도신경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3. 교독문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4. 찬송가  ·  30장  ·  전능하고 놀라우신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5. 예배의 기도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6. 오늘의 말씀  ·  요한복음 3:16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7. 찬양  ·  310장  ·  아 하나님의 은혜로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8. 생명의 말씀  ·  테스트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9. 감사와 봉헌  ·  505장  ·  온 세상 위하여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000" b="0">
                <a:solidFill>
                  <a:srgbClr val="FFFCF5"/>
                </a:solidFill>
                <a:latin typeface="Malgun Gothic"/>
              </a:rPr>
              <a:t>10. 축도  ·  담임목사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016752" y="2267712"/>
            <a:ext cx="128016" cy="128016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YMN_1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</a:rPr>
              <a:t>7장  ·  성부 성자…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7장  ·  성부 성자 성령</a:t>
            </a:r>
          </a:p>
        </p:txBody>
      </p:sp>
      <p:sp>
        <p:nvSpPr>
          <p:cNvPr id="16" name="HYMN_1_LYRICS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성부 성자 성령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삼위일체께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입을 모아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찬양 경배 드리세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태초부터 지금까지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전능하사 천지를 만드신 하나님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9DD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527048" y="1965960"/>
            <a:ext cx="0" cy="3931920"/>
          </a:xfrm>
          <a:prstGeom prst="line">
            <a:avLst/>
          </a:prstGeom>
          <a:ln w="2032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3. 교독문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교독문</a:t>
            </a:r>
          </a:p>
        </p:txBody>
      </p:sp>
      <p:sp>
        <p:nvSpPr>
          <p:cNvPr id="17" name="RESPONSIVE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l">
              <a:lnSpc>
                <a:spcPct val="138000"/>
              </a:lnSpc>
              <a:spcAft>
                <a:spcPts val="1000"/>
              </a:spcAft>
            </a:pPr>
            <a:r>
              <a:rPr sz="3400" b="1">
                <a:solidFill>
                  <a:srgbClr val="F0D08A"/>
                </a:solidFill>
                <a:latin typeface="Malgun Gothic"/>
              </a:rPr>
              <a:t>인도자: </a:t>
            </a:r>
            <a:r>
              <a:rPr sz="3400" b="0">
                <a:solidFill>
                  <a:srgbClr val="F0D08A"/>
                </a:solidFill>
                <a:latin typeface="Malgun Gothic"/>
              </a:rPr>
              <a:t>여호와는 나의 목자시니 내게 부족함이 없으리로다</a:t>
            </a:r>
          </a:p>
          <a:p>
            <a:pPr algn="l">
              <a:lnSpc>
                <a:spcPct val="138000"/>
              </a:lnSpc>
              <a:spcAft>
                <a:spcPts val="1000"/>
              </a:spcAft>
            </a:pPr>
            <a:r>
              <a:rPr sz="3400" b="1">
                <a:solidFill>
                  <a:srgbClr val="9DD4E4"/>
                </a:solidFill>
                <a:latin typeface="Malgun Gothic"/>
              </a:rPr>
              <a:t>회중: </a:t>
            </a:r>
            <a:r>
              <a:rPr sz="3400" b="0">
                <a:solidFill>
                  <a:srgbClr val="9DD4E4"/>
                </a:solidFill>
                <a:latin typeface="Malgun Gothic"/>
              </a:rPr>
              <a:t>그가 나를 푸른 풀밭에 누이시며 쉴 만한 물 가로 인도하시는도다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016752" y="2267712"/>
            <a:ext cx="128016" cy="128016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YMN_2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</a:rPr>
              <a:t>30장  ·  전능하고…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1. 전능하고 놀라우신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나의 주님 구세주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거룩하신 은혜의 왕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주를 경배합니다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주의 이름 찬양해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783580" y="1586484"/>
            <a:ext cx="82296" cy="82296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039612" y="1586484"/>
            <a:ext cx="82296" cy="82296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6295644" y="1586484"/>
            <a:ext cx="82296" cy="82296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5. 예배의 기도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618488" y="1856232"/>
            <a:ext cx="320040" cy="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18488" y="1856232"/>
            <a:ext cx="0" cy="32004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1856232"/>
            <a:ext cx="320040" cy="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69880" y="1856232"/>
            <a:ext cx="0" cy="320040"/>
          </a:xfrm>
          <a:prstGeom prst="line">
            <a:avLst/>
          </a:prstGeom>
          <a:ln w="14604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6. 오늘의 말씀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요한복음 3:16</a:t>
            </a:r>
          </a:p>
        </p:txBody>
      </p:sp>
      <p:sp>
        <p:nvSpPr>
          <p:cNvPr id="18" name="BIBLE_TEXT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16 하나님이 세상을 이처럼 사랑하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사 독생자를 주셨으니 이는 그를 믿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는 자마다 멸망하지 않고 영생을 얻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게 하려 하심이라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016752" y="2267712"/>
            <a:ext cx="128016" cy="128016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7. 찬양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YMN_3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</a:rPr>
              <a:t>310장  ·  아 하…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7. 찬양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310장  ·  아 하나님의…</a:t>
            </a:r>
          </a:p>
        </p:txBody>
      </p:sp>
      <p:sp>
        <p:nvSpPr>
          <p:cNvPr id="16" name="HYMN_3_LYRICS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아 하나님의 은혜로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이 몸에 생명이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그 크신 은혜 감사합니다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그 큰 사랑 감사해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나 처음 믿은 그 시간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007608" y="1938528"/>
            <a:ext cx="146304" cy="14630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074920.0" y="2148840"/>
            <a:ext cx="640080.0" cy="0"/>
          </a:xfrm>
          <a:prstGeom prst="line">
            <a:avLst/>
          </a:prstGeom>
          <a:ln w="1270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46520.0" y="2148840"/>
            <a:ext cx="640080.0" cy="0"/>
          </a:xfrm>
          <a:prstGeom prst="line">
            <a:avLst/>
          </a:prstGeom>
          <a:ln w="1270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8. 생명의 말씀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ERMON_TITLE"/>
          <p:cNvSpPr txBox="1"/>
          <p:nvPr/>
        </p:nvSpPr>
        <p:spPr>
          <a:xfrm>
            <a:off x="1691640" y="2377440"/>
            <a:ext cx="8778240" cy="146304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</a:rPr>
              <a:t>테스트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.0" y="4114800"/>
            <a:ext cx="137160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91640" y="4389120"/>
            <a:ext cx="8778240" cy="4114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2CBD4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983480.0" y="1627632"/>
            <a:ext cx="82296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55080.0" y="1627632"/>
            <a:ext cx="82296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6030468" y="15773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9. 감사와 봉헌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YMN_4"/>
          <p:cNvSpPr txBox="1"/>
          <p:nvPr/>
        </p:nvSpPr>
        <p:spPr>
          <a:xfrm>
            <a:off x="1691640" y="2606040"/>
            <a:ext cx="8778240" cy="137160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CF5"/>
                </a:solidFill>
                <a:latin typeface="Malgun Gothic"/>
              </a:rPr>
              <a:t>505장  ·  온 세…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.0" y="4160520"/>
            <a:ext cx="1371600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9. 감사와 봉헌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505장  ·  온 세상 위…</a:t>
            </a:r>
          </a:p>
        </p:txBody>
      </p:sp>
      <p:sp>
        <p:nvSpPr>
          <p:cNvPr id="16" name="HYMN_4_LYRICS_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온 세상 위하여 이 복음 전하리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저 죄인 회개 하고서 주 예수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믿으라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이 세상 구하려 주 돌아가신 것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나 증거 하지 않으면 그 사랑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34456.0" y="1627632"/>
            <a:ext cx="292608.0" cy="0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81328"/>
            <a:ext cx="0.0" cy="292608"/>
          </a:xfrm>
          <a:prstGeom prst="line">
            <a:avLst/>
          </a:prstGeom>
          <a:ln w="1524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.0" y="6126480"/>
            <a:ext cx="1645920.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10. 축도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담임목사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1640" y="1572768"/>
            <a:ext cx="8778240" cy="36576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소식 · 광고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소식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1. 찬양과 기도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7장  ·  성부 성자 성령</a:t>
            </a:r>
          </a:p>
        </p:txBody>
      </p:sp>
      <p:sp>
        <p:nvSpPr>
          <p:cNvPr id="16" name="HYMN_1_LYRICS_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또 영원토록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아멘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귀한 이름 찬양해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3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2. 하늘 위에 계신 주님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참된 빛이 되시니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이 세상의 모든 나라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주께 영광 돌리네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주의 이름 찬양해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4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귀한 이름 찬양해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5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3. 하늘나라 보좌에서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죄악 많은 세상에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우리 구원하시려고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주님 세상 오셨네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주의 이름 찬양해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6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귀한 이름 찬양해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7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4. 영원하신 우리 주님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어서 속히 오셔서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주의 모든 성도들을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천국 인도하소서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주의 이름 찬양해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4. 찬송가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30장  ·  전능하고 놀라…</a:t>
            </a:r>
          </a:p>
        </p:txBody>
      </p:sp>
      <p:sp>
        <p:nvSpPr>
          <p:cNvPr id="16" name="HYMN_2_LYRICS_8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영광 영광 귀한 이름 찬양해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아멘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7. 찬양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310장  ·  아 하나님의…</a:t>
            </a:r>
          </a:p>
        </p:txBody>
      </p:sp>
      <p:sp>
        <p:nvSpPr>
          <p:cNvPr id="16" name="HYMN_3_LYRICS_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거룩하고 평안해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그 시간 그 자리를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지금까지 못 잊어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9. 감사와 봉헌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505장  ·  온 세상 위…</a:t>
            </a:r>
          </a:p>
        </p:txBody>
      </p:sp>
      <p:sp>
        <p:nvSpPr>
          <p:cNvPr id="16" name="HYMN_4_LYRICS_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모르리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전하고 기도해 매일 증인 되리라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527048" y="1965960"/>
            <a:ext cx="0" cy="3977640"/>
          </a:xfrm>
          <a:prstGeom prst="line">
            <a:avLst/>
          </a:prstGeom>
          <a:ln w="1778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476756" y="1805940"/>
            <a:ext cx="100584" cy="100584"/>
          </a:xfrm>
          <a:prstGeom prst="diamond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9. 감사와 봉헌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C2CBD4"/>
                </a:solidFill>
                <a:latin typeface="Malgun Gothic"/>
              </a:rPr>
              <a:t>505장  ·  온 세상 위…</a:t>
            </a:r>
          </a:p>
        </p:txBody>
      </p:sp>
      <p:sp>
        <p:nvSpPr>
          <p:cNvPr id="16" name="HYMN_4_LYRICS_3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세상 모든 사람 다 듣고 그 사</a:t>
            </a:r>
          </a:p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400" b="0">
                <a:solidFill>
                  <a:srgbClr val="FFFCF5"/>
                </a:solidFill>
                <a:latin typeface="Malgun Gothic"/>
              </a:rPr>
              <a:t>랑 알도록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아버지를 내가 믿사오며,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3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그 외아들 우리 주 예수 그리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4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스도를 믿사오니,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5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이는 성령으로 잉태하사 동정녀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6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마리아에게 나시고,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7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본디오 빌라도에게 고난을 받으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8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사 십자가에 못 박혀 죽으시고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9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0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장사한 지 사흘 만에 죽은 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가운데서 다시 살아나시며,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하늘에 오르사 전능하신 하나님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3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우편에 앉아 계시다가,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4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거기로부터 산 자와 죽은 자를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5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심판하러 오시리라.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6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성령을 믿사오며, 거룩한 공회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7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와, 성도가 서로 교통하는 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8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과,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19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죄를 사하여 주시는 것과, 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20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이 다시 사는 것과, 영원히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21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사는 것을 믿사옵나이다. 아멘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916168.0" y="1627632"/>
            <a:ext cx="329184.0" cy="0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1463040"/>
            <a:ext cx="0.0" cy="329184"/>
          </a:xfrm>
          <a:prstGeom prst="line">
            <a:avLst/>
          </a:prstGeom>
          <a:ln w="1587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2. 사도신경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사도신경</a:t>
            </a:r>
          </a:p>
        </p:txBody>
      </p:sp>
      <p:sp>
        <p:nvSpPr>
          <p:cNvPr id="16" name="APOSTLES_CREED_2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42000"/>
              </a:lnSpc>
              <a:spcAft>
                <a:spcPts val="800"/>
              </a:spcAft>
            </a:pPr>
            <a:r>
              <a:rPr sz="3000" b="0">
                <a:solidFill>
                  <a:srgbClr val="FFFCF5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9DD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527048" y="1965960"/>
            <a:ext cx="0" cy="3931920"/>
          </a:xfrm>
          <a:prstGeom prst="line">
            <a:avLst/>
          </a:prstGeom>
          <a:ln w="2032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3. 교독문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교독문</a:t>
            </a:r>
          </a:p>
        </p:txBody>
      </p:sp>
      <p:sp>
        <p:nvSpPr>
          <p:cNvPr id="17" name="RESPONSIVE_2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l">
              <a:lnSpc>
                <a:spcPct val="138000"/>
              </a:lnSpc>
              <a:spcAft>
                <a:spcPts val="1000"/>
              </a:spcAft>
            </a:pPr>
            <a:r>
              <a:rPr sz="3000" b="1">
                <a:solidFill>
                  <a:srgbClr val="F0D08A"/>
                </a:solidFill>
                <a:latin typeface="Malgun Gothic"/>
              </a:rPr>
              <a:t>인도자: </a:t>
            </a:r>
            <a:r>
              <a:rPr sz="3000" b="0">
                <a:solidFill>
                  <a:srgbClr val="F0D08A"/>
                </a:solidFill>
                <a:latin typeface="Malgun Gothic"/>
              </a:rPr>
              <a:t>내 영혼을 소생시키시고 자기 이름을 위하여 의의 길로 인도하시는도다</a:t>
            </a:r>
          </a:p>
          <a:p>
            <a:pPr algn="l">
              <a:lnSpc>
                <a:spcPct val="138000"/>
              </a:lnSpc>
              <a:spcAft>
                <a:spcPts val="1000"/>
              </a:spcAft>
            </a:pPr>
            <a:r>
              <a:rPr sz="3000" b="1">
                <a:solidFill>
                  <a:srgbClr val="9DD4E4"/>
                </a:solidFill>
                <a:latin typeface="Malgun Gothic"/>
              </a:rPr>
              <a:t>회중: </a:t>
            </a:r>
            <a:r>
              <a:rPr sz="3000" b="0">
                <a:solidFill>
                  <a:srgbClr val="9DD4E4"/>
                </a:solidFill>
                <a:latin typeface="Malgun Gothic"/>
              </a:rPr>
              <a:t>내가 사망의 음침한 골짜기로 다닐지라도 해를 두려워하지 않을 것은 주께서 나와 함께 하심이라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"/>
            <a:ext cx="9418320" cy="6263640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8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54480" y="292608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6446520"/>
            <a:ext cx="9052560" cy="0"/>
          </a:xfrm>
          <a:prstGeom prst="line">
            <a:avLst/>
          </a:prstGeom>
          <a:ln w="1397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" y="6565392"/>
            <a:ext cx="11951208" cy="292608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27632"/>
            <a:ext cx="256032" cy="109728"/>
          </a:xfrm>
          <a:prstGeom prst="rect">
            <a:avLst/>
          </a:prstGeom>
          <a:solidFill>
            <a:srgbClr val="E2C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1627632"/>
            <a:ext cx="256032" cy="109728"/>
          </a:xfrm>
          <a:prstGeom prst="rect">
            <a:avLst/>
          </a:prstGeom>
          <a:solidFill>
            <a:srgbClr val="9DD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527048" y="1965960"/>
            <a:ext cx="0" cy="3931920"/>
          </a:xfrm>
          <a:prstGeom prst="line">
            <a:avLst/>
          </a:prstGeom>
          <a:ln w="20320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91640" y="384048"/>
            <a:ext cx="8778240" cy="292608"/>
          </a:xfrm>
          <a:prstGeom prst="rect">
            <a:avLst/>
          </a:prstGeom>
          <a:noFill/>
        </p:spPr>
        <p:txBody>
          <a:bodyPr wrap="square" anchor="ctr" lIns="18288" rIns="73152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2C278"/>
                </a:solidFill>
                <a:latin typeface="Malgun Gothic"/>
              </a:rPr>
              <a:t>3. 교독문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.0" y="749808"/>
            <a:ext cx="1645920.0" cy="0"/>
          </a:xfrm>
          <a:prstGeom prst="line">
            <a:avLst/>
          </a:prstGeom>
          <a:ln w="17145">
            <a:solidFill>
              <a:srgbClr val="E2C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91640" y="960120"/>
            <a:ext cx="8778240" cy="658368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CF5"/>
                </a:solidFill>
                <a:latin typeface="Malgun Gothic"/>
              </a:rPr>
              <a:t>교독문</a:t>
            </a:r>
          </a:p>
        </p:txBody>
      </p:sp>
      <p:sp>
        <p:nvSpPr>
          <p:cNvPr id="17" name="RESPONSIVE_3"/>
          <p:cNvSpPr txBox="1"/>
          <p:nvPr/>
        </p:nvSpPr>
        <p:spPr>
          <a:xfrm>
            <a:off x="1691640" y="1965960"/>
            <a:ext cx="8778240" cy="4297680"/>
          </a:xfrm>
          <a:prstGeom prst="rect">
            <a:avLst/>
          </a:prstGeom>
          <a:noFill/>
        </p:spPr>
        <p:txBody>
          <a:bodyPr wrap="square" anchor="t" lIns="54864" rIns="54864" tIns="36576" bIns="36576"/>
          <a:lstStyle/>
          <a:p>
            <a:pPr algn="l">
              <a:lnSpc>
                <a:spcPct val="138000"/>
              </a:lnSpc>
              <a:spcAft>
                <a:spcPts val="1000"/>
              </a:spcAft>
            </a:pPr>
            <a:r>
              <a:rPr sz="3000" b="1">
                <a:solidFill>
                  <a:srgbClr val="F0D08A"/>
                </a:solidFill>
                <a:latin typeface="Malgun Gothic"/>
              </a:rPr>
              <a:t>인도자: </a:t>
            </a:r>
            <a:r>
              <a:rPr sz="3000" b="0">
                <a:solidFill>
                  <a:srgbClr val="F0D08A"/>
                </a:solidFill>
                <a:latin typeface="Malgun Gothic"/>
              </a:rPr>
              <a:t>주의 지팡이와 막대기가 나를 안위하시나이다</a:t>
            </a:r>
          </a:p>
          <a:p>
            <a:pPr algn="l">
              <a:lnSpc>
                <a:spcPct val="138000"/>
              </a:lnSpc>
              <a:spcAft>
                <a:spcPts val="1000"/>
              </a:spcAft>
            </a:pPr>
            <a:r>
              <a:rPr sz="3000" b="1">
                <a:solidFill>
                  <a:srgbClr val="9DD4E4"/>
                </a:solidFill>
                <a:latin typeface="Malgun Gothic"/>
              </a:rPr>
              <a:t>회중: </a:t>
            </a:r>
            <a:r>
              <a:rPr sz="3000" b="0">
                <a:solidFill>
                  <a:srgbClr val="9DD4E4"/>
                </a:solidFill>
                <a:latin typeface="Malgun Gothic"/>
              </a:rPr>
              <a:t>내 평생에 선하심과 인자하심이 반드시 나를 따르리니 내가 여호와의 집에 영원히 살리로다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