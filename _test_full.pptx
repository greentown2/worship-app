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0" r:id="rId21"/>
    <p:sldId id="259" r:id="rId10"/>
    <p:sldId id="260" r:id="rId11"/>
    <p:sldId id="261" r:id="rId12"/>
    <p:sldId id="269" r:id="rId20"/>
    <p:sldId id="262" r:id="rId13"/>
    <p:sldId id="263" r:id="rId14"/>
    <p:sldId id="264" r:id="rId15"/>
    <p:sldId id="265" r:id="rId16"/>
    <p:sldId id="268" r:id="rId19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916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.0" y="6263640"/>
            <a:ext cx="1005840.0" cy="0"/>
          </a:xfrm>
          <a:prstGeom prst="line">
            <a:avLst/>
          </a:prstGeom>
          <a:ln w="1270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URCH_EN"/>
          <p:cNvSpPr txBox="1"/>
          <p:nvPr/>
        </p:nvSpPr>
        <p:spPr>
          <a:xfrm>
            <a:off x="1691640" y="640080"/>
            <a:ext cx="8778240" cy="804672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Fullerton Villa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Community Church</a:t>
            </a:r>
          </a:p>
        </p:txBody>
      </p:sp>
      <p:sp>
        <p:nvSpPr>
          <p:cNvPr id="17" name="CHURCH_KO"/>
          <p:cNvSpPr txBox="1"/>
          <p:nvPr/>
        </p:nvSpPr>
        <p:spPr>
          <a:xfrm>
            <a:off x="1691640" y="1737360"/>
            <a:ext cx="8778240" cy="804672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5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플러톤 빌라 교회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.0" y="2697480"/>
            <a:ext cx="2011680.0" cy="0"/>
          </a:xfrm>
          <a:prstGeom prst="line">
            <a:avLst/>
          </a:prstGeom>
          <a:ln w="1905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RVICE_TITLE"/>
          <p:cNvSpPr txBox="1"/>
          <p:nvPr/>
        </p:nvSpPr>
        <p:spPr>
          <a:xfrm>
            <a:off x="1691640" y="2907792"/>
            <a:ext cx="8778240" cy="45720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주일 예배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1691640" y="3438144"/>
            <a:ext cx="8778240" cy="45720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2026-08-23</a:t>
            </a:r>
          </a:p>
        </p:txBody>
      </p:sp>
      <p:sp>
        <p:nvSpPr>
          <p:cNvPr id="21" name="SERVICE_TIME"/>
          <p:cNvSpPr txBox="1"/>
          <p:nvPr/>
        </p:nvSpPr>
        <p:spPr>
          <a:xfrm>
            <a:off x="1691640" y="3968496"/>
            <a:ext cx="8778240" cy="45720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오전 11:00</a:t>
            </a:r>
          </a:p>
        </p:txBody>
      </p:sp>
      <p:sp>
        <p:nvSpPr>
          <p:cNvPr id="22" name="WORSHIP_LEADER"/>
          <p:cNvSpPr txBox="1"/>
          <p:nvPr/>
        </p:nvSpPr>
        <p:spPr>
          <a:xfrm>
            <a:off x="1691640" y="4498848"/>
            <a:ext cx="8778240" cy="45720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인도자 엄영민 목사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435608" y="18745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35608" y="22859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35608" y="26974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35608" y="31089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35608" y="352043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35608" y="39319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35608" y="43433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35608" y="47548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35608" y="51663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예배 순서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주일 예배</a:t>
            </a:r>
          </a:p>
        </p:txBody>
      </p:sp>
      <p:sp>
        <p:nvSpPr>
          <p:cNvPr id="45" name="ORDER_TEXT"/>
          <p:cNvSpPr txBox="1"/>
          <p:nvPr/>
        </p:nvSpPr>
        <p:spPr>
          <a:xfrm>
            <a:off x="1920240" y="1783080"/>
            <a:ext cx="8321040" cy="457200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1. 찬양과 기도  ·  7장  ·  성부 성자 성령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2. 사도신경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3. 교독문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4. 찬송가  ·  30장  ·  전능하고 놀라우신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5. 예배의 기도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6. 오늘의 말씀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7. 생명의 말씀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8. 감사와 봉헌  ·  35장  ·  큰 영화로신 주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9. 축도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1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7장  ·  성부 성자 성령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사도신경</a:t>
            </a:r>
          </a:p>
        </p:txBody>
      </p:sp>
      <p:sp>
        <p:nvSpPr>
          <p:cNvPr id="40" name="APOSTLES_CREED_1"/>
          <p:cNvSpPr txBox="1"/>
          <p:nvPr/>
        </p:nvSpPr>
        <p:spPr>
          <a:xfrm>
            <a:off x="1691640" y="182880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1" name="APOSTLES_CREED_1__L2"/>
          <p:cNvSpPr txBox="1"/>
          <p:nvPr/>
        </p:nvSpPr>
        <p:spPr>
          <a:xfrm>
            <a:off x="1691640" y="290322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2" name="APOSTLES_CREED_1__L3"/>
          <p:cNvSpPr txBox="1"/>
          <p:nvPr/>
        </p:nvSpPr>
        <p:spPr>
          <a:xfrm>
            <a:off x="1691640" y="397764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3" name="APOSTLES_CREED_1__L4"/>
          <p:cNvSpPr txBox="1"/>
          <p:nvPr/>
        </p:nvSpPr>
        <p:spPr>
          <a:xfrm>
            <a:off x="1691640" y="505206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527048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634472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3. 교독문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교독문</a:t>
            </a:r>
          </a:p>
        </p:txBody>
      </p:sp>
      <p:sp>
        <p:nvSpPr>
          <p:cNvPr id="40" name="RESPONSIVE_1"/>
          <p:cNvSpPr txBox="1"/>
          <p:nvPr/>
        </p:nvSpPr>
        <p:spPr>
          <a:xfrm>
            <a:off x="1691640" y="182880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1" name="RESPONSIVE_1__L2"/>
          <p:cNvSpPr txBox="1"/>
          <p:nvPr/>
        </p:nvSpPr>
        <p:spPr>
          <a:xfrm>
            <a:off x="1691640" y="290322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2" name="RESPONSIVE_1__L3"/>
          <p:cNvSpPr txBox="1"/>
          <p:nvPr/>
        </p:nvSpPr>
        <p:spPr>
          <a:xfrm>
            <a:off x="1691640" y="397764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3" name="RESPONSIVE_1__L4"/>
          <p:cNvSpPr txBox="1"/>
          <p:nvPr/>
        </p:nvSpPr>
        <p:spPr>
          <a:xfrm>
            <a:off x="1691640" y="505206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4. 찬송가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2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30장  ·  전능하고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놀라우신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53669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783580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95644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4253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5. 예배의 기도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0" name="BIBLE_TEXT_1"/>
          <p:cNvSpPr txBox="1"/>
          <p:nvPr/>
        </p:nvSpPr>
        <p:spPr>
          <a:xfrm>
            <a:off x="1691640" y="182880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1" name="BIBLE_TEXT_1__L2"/>
          <p:cNvSpPr txBox="1"/>
          <p:nvPr/>
        </p:nvSpPr>
        <p:spPr>
          <a:xfrm>
            <a:off x="1691640" y="290322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2" name="BIBLE_TEXT_1__L3"/>
          <p:cNvSpPr txBox="1"/>
          <p:nvPr/>
        </p:nvSpPr>
        <p:spPr>
          <a:xfrm>
            <a:off x="1691640" y="397764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3" name="BIBLE_TEXT_1__L4"/>
          <p:cNvSpPr txBox="1"/>
          <p:nvPr/>
        </p:nvSpPr>
        <p:spPr>
          <a:xfrm>
            <a:off x="1691640" y="5052060"/>
            <a:ext cx="8778240" cy="1019556"/>
          </a:xfrm>
          <a:prstGeom prst="rect">
            <a:avLst/>
          </a:prstGeom>
          <a:noFill/>
        </p:spPr>
        <p:txBody>
          <a:bodyPr wrap="non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80060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4652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61314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44778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설교제목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ERMON_TITLE"/>
          <p:cNvSpPr txBox="1"/>
          <p:nvPr/>
        </p:nvSpPr>
        <p:spPr>
          <a:xfrm>
            <a:off x="1691640" y="2240280"/>
            <a:ext cx="8778240" cy="20116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0" name="SERMON_SUBTITLE"/>
          <p:cNvSpPr txBox="1"/>
          <p:nvPr/>
        </p:nvSpPr>
        <p:spPr>
          <a:xfrm>
            <a:off x="1691640" y="4572000"/>
            <a:ext cx="8778240" cy="3657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49240.0" y="5074920"/>
            <a:ext cx="146304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EACHER"/>
          <p:cNvSpPr txBox="1"/>
          <p:nvPr/>
        </p:nvSpPr>
        <p:spPr>
          <a:xfrm>
            <a:off x="1691640" y="5303520"/>
            <a:ext cx="8778240" cy="36576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9834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550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80060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26948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8. 감사와 봉헌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YMN_3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73152" rIns="73152" tIns="54864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35장  ·  큰 영화로신 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66344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092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57800.0" y="6126480"/>
            <a:ext cx="164592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9. 축도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축도</a:t>
            </a:r>
          </a:p>
        </p:txBody>
      </p:sp>
      <p:sp>
        <p:nvSpPr>
          <p:cNvPr id="41" name="BENEDICTION_BODY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축도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91640" y="1572768"/>
            <a:ext cx="8778240" cy="36576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소식 · 광고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소식 · 광고</a:t>
            </a:r>
          </a:p>
        </p:txBody>
      </p:sp>
      <p:sp>
        <p:nvSpPr>
          <p:cNvPr id="37" name="ANNOUNCEMENTS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73152" rIns="73152" tIns="54864" bIns="73152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800" b="0">
                <a:solidFill>
                  <a:srgbClr val="FFFCF5"/>
                </a:solidFill>
                <a:latin typeface="Malgun Gothic"/>
                <a:ea typeface="Malgun Gothic"/>
                <a:cs typeface="Malgun Gothic"/>
              </a:rPr>
              <a:t>이번 주 소식을 함께 나눕니다.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SCORE+LYRICS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SCORE+LYRICS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SCORE+LYRICS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